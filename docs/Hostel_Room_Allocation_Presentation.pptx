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10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ZW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8B4EED7-5738-48FA-8588-581297ACDF6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ZW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6CC17DD-B116-4811-943F-71D9CACF34B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ZW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ZW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ZW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ZW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ZW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EFFE13D-889F-403F-A6A8-1B49F7BC6E4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ZW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ZW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ZW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ZW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ZW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ZW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ZW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ZW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ZW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3D63DB4-3FF2-4E2F-95C8-89032CC794E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ZW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BF8F2EC-FF0F-44D0-930E-11C76C8BBB8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ZW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ZW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546A944-75BC-47CD-8734-8787388B507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ZW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ZW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2246CE9-2F78-4ECC-BFEE-F6A878356DA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ZW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ZW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8D26506-B94B-49F4-A07F-C5F1E82D4BD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ZW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ZW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10169DD-1FEE-469D-AFC3-D990C7F6B40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ZW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ZW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B48DEF9-99CE-4137-9883-BC073CF95DF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ZW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ZW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ZW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ZW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ZW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61BD0BF-09C0-4070-B3E3-9D08990FFF9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ZW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ZW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ZW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ZW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ZW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ZW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7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ZW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ZW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8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E1199E5-8D79-46C6-A2FD-FF75C25F36A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ZW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914400" y="1828800"/>
            <a:ext cx="73144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667eea"/>
                </a:solidFill>
                <a:effectLst/>
                <a:uFillTx/>
                <a:latin typeface="Calibri"/>
              </a:rPr>
              <a:t>Hostel Room Allocation and Maintenance Management System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785160" y="4140000"/>
            <a:ext cx="73144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2400" strike="noStrike" u="none">
                <a:solidFill>
                  <a:srgbClr val="764ba2"/>
                </a:solidFill>
                <a:effectLst/>
                <a:uFillTx/>
                <a:latin typeface="Calibri"/>
              </a:rPr>
              <a:t>Streamlining Student Accommodation and Facility Management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sng">
                <a:solidFill>
                  <a:srgbClr val="667eea"/>
                </a:solidFill>
                <a:effectLst/>
                <a:uFillTx/>
                <a:latin typeface="Calibri"/>
              </a:rPr>
              <a:t>The Problem!!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Manual processes (spreadsheets, emails, paper)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Allocation errors and delays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Poor maintenance tracking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Lack of transparency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sng">
                <a:solidFill>
                  <a:srgbClr val="667eea"/>
                </a:solidFill>
                <a:effectLst/>
                <a:uFillTx/>
                <a:latin typeface="Calibri"/>
              </a:rPr>
              <a:t>Our Solution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93200" y="1672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Web-based system for: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Streamlined room allocation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Transparent status tracking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Efficient maintenance management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Real-time notifications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238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sng">
                <a:solidFill>
                  <a:srgbClr val="667eea"/>
                </a:solidFill>
                <a:effectLst/>
                <a:uFillTx/>
                <a:latin typeface="Calibri"/>
              </a:rPr>
              <a:t>System Overview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Two User Roles: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Students: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Request rooms, track status, report maintenance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Staff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Allocate rooms, manage work orders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Technology: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HTML,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CSS,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JavaScript 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sng">
                <a:solidFill>
                  <a:srgbClr val="667eea"/>
                </a:solidFill>
                <a:effectLst/>
                <a:uFillTx/>
                <a:latin typeface="Calibri"/>
              </a:rPr>
              <a:t>Student Features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900000"/>
            <a:ext cx="7739640" cy="377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Room Request : </a:t>
            </a:r>
            <a:endParaRPr b="0" lang="en-ZW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Select hostel </a:t>
            </a:r>
            <a:endParaRPr b="0" lang="en-ZW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room type</a:t>
            </a:r>
            <a:endParaRPr b="0" lang="en-ZW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Semester</a:t>
            </a:r>
            <a:endParaRPr b="0" lang="en-ZW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 defTabSz="457200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en-ZW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Status Tracking - </a:t>
            </a:r>
            <a:endParaRPr b="0" lang="en-ZW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Real-time updates (Pending/Allocated/Rejected)</a:t>
            </a:r>
            <a:endParaRPr b="0" lang="en-ZW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 defTabSz="457200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en-ZW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Maintenance - </a:t>
            </a:r>
            <a:endParaRPr b="0" lang="en-ZW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Report issues,</a:t>
            </a:r>
            <a:endParaRPr b="0" lang="en-ZW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track repairs</a:t>
            </a:r>
            <a:endParaRPr b="0" lang="en-ZW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sng">
                <a:solidFill>
                  <a:srgbClr val="667eea"/>
                </a:solidFill>
                <a:effectLst/>
                <a:uFillTx/>
                <a:latin typeface="Calibri"/>
              </a:rPr>
              <a:t>Staff Features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Room Allocation - 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One-click allocation with notifications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Work Orders - 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Manage maintenance requests</a:t>
            </a:r>
            <a:endParaRPr b="0" lang="en-ZW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Dashboard -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Overview of pending items</a:t>
            </a:r>
            <a:endParaRPr b="0" lang="en-ZW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sng">
                <a:solidFill>
                  <a:srgbClr val="667eea"/>
                </a:solidFill>
                <a:effectLst/>
                <a:uFillTx/>
                <a:latin typeface="Calibri"/>
              </a:rPr>
              <a:t>Technical Stack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Front-end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HTML, CSS, JavaScript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Design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Component-based, responsive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Architecture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Scalable and maintainable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720000" y="1440000"/>
            <a:ext cx="7559640" cy="48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ZW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ZW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Modern dark theme 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ZW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Custom modal popups 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ZW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Responsive design (mobile-friendly)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ZW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Smooth animations and transitions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ZW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2520000" y="429840"/>
            <a:ext cx="3664800" cy="65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4400" strike="noStrike" u="sng">
                <a:solidFill>
                  <a:srgbClr val="667eea"/>
                </a:solidFill>
                <a:effectLst/>
                <a:uFillTx/>
                <a:latin typeface="Calibri"/>
              </a:rPr>
              <a:t>UI Highlights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60000" y="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sng">
                <a:solidFill>
                  <a:srgbClr val="667eea"/>
                </a:solidFill>
                <a:effectLst/>
                <a:uFillTx/>
                <a:latin typeface="Calibri"/>
              </a:rPr>
              <a:t>Key Workflows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10760" y="1260000"/>
            <a:ext cx="8048880" cy="434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Room Allocation:</a:t>
            </a:r>
            <a:endParaRPr b="0" lang="en-ZW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Student Request </a:t>
            </a:r>
            <a:endParaRPr b="0" lang="en-ZW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Staff Review </a:t>
            </a:r>
            <a:endParaRPr b="0" lang="en-ZW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Allocation  </a:t>
            </a:r>
            <a:endParaRPr b="0" lang="en-ZW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Notification </a:t>
            </a:r>
            <a:endParaRPr b="0" lang="en-ZW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Status Update</a:t>
            </a:r>
            <a:endParaRPr b="0" lang="en-ZW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Maintenance:</a:t>
            </a:r>
            <a:endParaRPr b="0" lang="en-ZW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Student Report </a:t>
            </a:r>
            <a:endParaRPr b="0" lang="en-ZW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Work Order </a:t>
            </a:r>
            <a:endParaRPr b="0" lang="en-ZW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Staff Assignment </a:t>
            </a:r>
            <a:endParaRPr b="0" lang="en-ZW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Status Updates </a:t>
            </a:r>
            <a:endParaRPr b="0" lang="en-ZW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Completion</a:t>
            </a:r>
            <a:endParaRPr b="0" lang="en-ZW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sng">
                <a:solidFill>
                  <a:srgbClr val="667eea"/>
                </a:solidFill>
                <a:effectLst/>
                <a:uFillTx/>
                <a:latin typeface="Calibri"/>
              </a:rPr>
              <a:t>What's Implemented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Student portal (dashboard, requests, status, maintenance)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Staff portal (allocation, work orders, dashboard)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Modern UI with custom modals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Error and success states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Responsive design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sng">
                <a:solidFill>
                  <a:srgbClr val="667eea"/>
                </a:solidFill>
                <a:effectLst/>
                <a:uFillTx/>
                <a:latin typeface="Calibri"/>
              </a:rPr>
              <a:t>Benefits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720000" y="1980000"/>
            <a:ext cx="7642440" cy="397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Students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Faster processing, transparency, convenience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Staff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Efficiency, organization, better oversight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Institution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Cost savings, data insights, compliance</a:t>
            </a:r>
            <a:endParaRPr b="0" lang="en-ZW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60000" y="-114264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br>
              <a:rPr sz="4400"/>
            </a:br>
            <a:br>
              <a:rPr sz="4400"/>
            </a:br>
            <a:br>
              <a:rPr sz="4400"/>
            </a:br>
            <a:br>
              <a:rPr sz="4400"/>
            </a:br>
            <a:br>
              <a:rPr sz="4400"/>
            </a:br>
            <a:br>
              <a:rPr sz="4400"/>
            </a:br>
            <a:br>
              <a:rPr sz="4400"/>
            </a:br>
            <a:br>
              <a:rPr sz="4400"/>
            </a:br>
            <a:br>
              <a:rPr sz="4400"/>
            </a:br>
            <a:br>
              <a:rPr sz="4400"/>
            </a:br>
            <a:r>
              <a:rPr b="1" lang="en-US" sz="4400" strike="noStrike" u="sng">
                <a:solidFill>
                  <a:srgbClr val="667eea"/>
                </a:solidFill>
                <a:effectLst/>
                <a:uFillTx/>
                <a:latin typeface="Calibri"/>
              </a:rPr>
              <a:t>Live Demo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sng">
                <a:solidFill>
                  <a:srgbClr val="667eea"/>
                </a:solidFill>
                <a:effectLst/>
                <a:uFillTx/>
                <a:latin typeface="Calibri"/>
              </a:rPr>
              <a:t>Conclusion</a:t>
            </a:r>
            <a:endParaRPr b="0" lang="en-ZW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10760" y="177444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spcAft>
                <a:spcPts val="15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Solved real-world problem</a:t>
            </a:r>
            <a:endParaRPr b="0" lang="en-ZW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spcAft>
                <a:spcPts val="15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Streamlined workflows</a:t>
            </a:r>
            <a:endParaRPr b="0" lang="en-ZW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spcAft>
                <a:spcPts val="15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Improved transparency</a:t>
            </a:r>
            <a:endParaRPr b="0" lang="en-ZW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spcAft>
                <a:spcPts val="15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Ready for implementation</a:t>
            </a:r>
            <a:endParaRPr b="0" lang="en-ZW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2232360" y="1620000"/>
            <a:ext cx="44197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7200" strike="noStrike" u="sng">
                <a:solidFill>
                  <a:srgbClr val="667eea"/>
                </a:solidFill>
                <a:effectLst/>
                <a:uFillTx/>
                <a:latin typeface="Calibri"/>
              </a:rPr>
              <a:t>Questions?</a:t>
            </a:r>
            <a:endParaRPr b="0" lang="en-ZW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900000" y="3960000"/>
            <a:ext cx="73144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3200" strike="noStrike" u="none">
                <a:solidFill>
                  <a:srgbClr val="764ba2"/>
                </a:solidFill>
                <a:effectLst/>
                <a:uFillTx/>
                <a:latin typeface="Calibri"/>
              </a:rPr>
              <a:t>Thank you for your attention</a:t>
            </a:r>
            <a:endParaRPr b="0" lang="en-ZW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LibreOffice/25.8.2.2$Linux_X86_64 LibreOffice_project/d401f2107ccab8f924a8e2df40f573aab7605b6f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en-ZW</dc:language>
  <cp:lastModifiedBy/>
  <dcterms:modified xsi:type="dcterms:W3CDTF">2025-12-10T00:17:40Z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