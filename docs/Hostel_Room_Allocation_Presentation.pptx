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10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EAD9792-B33C-4A9E-9157-445224827F2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ZW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393F558-0972-4D94-997D-F70AA44F241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ZW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ZW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ZW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ZW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93D7832-ADEF-48FB-AB72-182D9AA1466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ZW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ZW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ZW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ZW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ZW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ZW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F92602A-B2D0-47B4-A19D-025CB17FBEE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6B5E32C-FB35-478C-BAC2-66851255A98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486B32A-08F1-44F8-AB2D-9C8142375D5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85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ZW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5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604111A-ED0C-4608-B9FC-D83B8073D37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A77609B-05E5-4DA9-A337-5E133642CFE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5E3541D-64D4-4A93-A10C-3871E301019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99B7DC4-075A-4F5D-A871-0FBB0B9CB01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320" cy="58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840" cy="58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950DB7E-930C-421A-B0E6-DD3230FA0CA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ZW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574392F-FD6A-4C2D-A146-0863FCFB3CF5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ZW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1"/>
          <p:cNvSpPr/>
          <p:nvPr/>
        </p:nvSpPr>
        <p:spPr>
          <a:xfrm>
            <a:off x="914400" y="1828800"/>
            <a:ext cx="731412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667eea"/>
                </a:solidFill>
                <a:effectLst/>
                <a:uFillTx/>
                <a:latin typeface="Calibri"/>
              </a:rPr>
              <a:t>Hostel Room Allocation and Maintenance Management System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785160" y="4140000"/>
            <a:ext cx="7314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2400" strike="noStrike" u="none">
                <a:solidFill>
                  <a:srgbClr val="764ba2"/>
                </a:solidFill>
                <a:effectLst/>
                <a:uFillTx/>
                <a:latin typeface="Calibri"/>
              </a:rPr>
              <a:t>Streamlining Student Accommodation and Facility Management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The Problem!!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Manual processes (spreadsheets, emails, paper)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Allocation errors and delays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Poor maintenance tracking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Lack of transparency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Our Solution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93200" y="1672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Web-based system for: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Streamlined room allocation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Transparent status tracking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Efficient maintenance management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Real-time notifications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04000" y="238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System Overview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-US" sz="2400" strike="noStrike" u="sng">
                <a:solidFill>
                  <a:schemeClr val="dk1"/>
                </a:solidFill>
                <a:effectLst/>
                <a:uFillTx/>
                <a:latin typeface="Calibri"/>
              </a:rPr>
              <a:t>Two User Roles: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Students: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Request rooms, track status, report maintenance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Staff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Allocate rooms, manage work orders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Technology: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HTML,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CSS,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JavaScript 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Student Features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900000"/>
            <a:ext cx="7739280" cy="377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1. Room Request : </a:t>
            </a:r>
            <a:endParaRPr b="0" lang="en-ZW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Select hostel </a:t>
            </a:r>
            <a:endParaRPr b="0" lang="en-ZW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room type</a:t>
            </a:r>
            <a:endParaRPr b="0" lang="en-ZW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Semester</a:t>
            </a:r>
            <a:endParaRPr b="0" lang="en-ZW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 defTabSz="45720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en-ZW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2. Status Tracking - </a:t>
            </a:r>
            <a:endParaRPr b="0" lang="en-ZW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Real-time updates (Pending/Allocated/Rejected)</a:t>
            </a:r>
            <a:endParaRPr b="0" lang="en-ZW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 defTabSz="45720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en-ZW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3. Maintenance - </a:t>
            </a:r>
            <a:endParaRPr b="0" lang="en-ZW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Report issues,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track repairs</a:t>
            </a:r>
            <a:endParaRPr b="0" lang="en-ZW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Staff Features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1. Room Allocation - 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One-click allocation with notifications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2. Work Orders - 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Manage maintenance requests</a:t>
            </a:r>
            <a:endParaRPr b="0" lang="en-ZW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3. Dashboard -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Overview of pending items</a:t>
            </a:r>
            <a:endParaRPr b="0" lang="en-ZW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Technical Stack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Front-end</a:t>
            </a: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HTML, CSS, JavaScript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Design</a:t>
            </a: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Component-based, responsive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Architecture</a:t>
            </a: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Scalable and maintainable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>
            <a:off x="720000" y="1440000"/>
            <a:ext cx="7559280" cy="48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ZW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ZW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Modern dark theme 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ZW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Custom modal popups 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ZW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Responsive design (mobile-friendly)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ZW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Smooth animations and transitions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ZW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2520000" y="429840"/>
            <a:ext cx="3664440" cy="64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4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UI Highlights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360000" y="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Key Workflows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410760" y="1260000"/>
            <a:ext cx="8048520" cy="434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Room Allocation:</a:t>
            </a:r>
            <a:endParaRPr b="0" lang="en-ZW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Student Request 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Staff Review 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Allocation  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Notification 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Status Update</a:t>
            </a:r>
            <a:endParaRPr b="0" lang="en-ZW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Maintenance:</a:t>
            </a:r>
            <a:endParaRPr b="0" lang="en-ZW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Student Report </a:t>
            </a:r>
            <a:endParaRPr b="0" lang="en-ZW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Work Order </a:t>
            </a:r>
            <a:endParaRPr b="0" lang="en-ZW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Staff Assignment </a:t>
            </a:r>
            <a:endParaRPr b="0" lang="en-ZW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Status Updates </a:t>
            </a:r>
            <a:endParaRPr b="0" lang="en-ZW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Completion</a:t>
            </a:r>
            <a:endParaRPr b="0" lang="en-ZW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What's Implemented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Student portal (dashboard, requests, status, maintenance)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Staff portal (allocation, work orders, dashboard)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Modern UI with custom modals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Error and success states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Responsive design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Benefits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20000" y="1980000"/>
            <a:ext cx="7642080" cy="397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Students</a:t>
            </a: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Faster processing, transparency, convenience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Staff</a:t>
            </a: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Efficiency, organization, better oversight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Institution</a:t>
            </a: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Cost savings, data insights, compliance</a:t>
            </a:r>
            <a:endParaRPr b="0" lang="en-ZW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360000" y="-114264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br>
              <a:rPr sz="4400"/>
            </a:br>
            <a:br>
              <a:rPr sz="4400"/>
            </a:br>
            <a:br>
              <a:rPr sz="4400"/>
            </a:br>
            <a:br>
              <a:rPr sz="4400"/>
            </a:br>
            <a:br>
              <a:rPr sz="4400"/>
            </a:br>
            <a:br>
              <a:rPr sz="4400"/>
            </a:br>
            <a:br>
              <a:rPr sz="4400"/>
            </a:br>
            <a:br>
              <a:rPr sz="4400"/>
            </a:br>
            <a:br>
              <a:rPr sz="4400"/>
            </a:br>
            <a:br>
              <a:rPr sz="4400"/>
            </a:br>
            <a:r>
              <a:rPr b="1" lang="en-US" sz="44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Live Demo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Conclusion</a:t>
            </a:r>
            <a:endParaRPr b="0" lang="en-ZW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10760" y="177444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spcAft>
                <a:spcPts val="15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Solved real-world problem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spcAft>
                <a:spcPts val="15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Streamlined workflows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spcAft>
                <a:spcPts val="15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Improved transparency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spcAft>
                <a:spcPts val="15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Ready for implementation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2232360" y="1620000"/>
            <a:ext cx="44193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7200" strike="noStrike" u="sng">
                <a:solidFill>
                  <a:srgbClr val="667eea"/>
                </a:solidFill>
                <a:effectLst/>
                <a:uFillTx/>
                <a:latin typeface="Calibri"/>
              </a:rPr>
              <a:t>Questions?</a:t>
            </a:r>
            <a:endParaRPr b="0" lang="en-ZW" sz="7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2"/>
          <p:cNvSpPr/>
          <p:nvPr/>
        </p:nvSpPr>
        <p:spPr>
          <a:xfrm>
            <a:off x="900000" y="3960000"/>
            <a:ext cx="7314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3200" strike="noStrike" u="none">
                <a:solidFill>
                  <a:srgbClr val="764ba2"/>
                </a:solidFill>
                <a:effectLst/>
                <a:uFillTx/>
                <a:latin typeface="Calibri"/>
              </a:rPr>
              <a:t>Thank you for your attention</a:t>
            </a:r>
            <a:endParaRPr b="0" lang="en-ZW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Application>LibreOffice/25.8.2.2$Linux_X86_64 LibreOffice_project/d401f2107ccab8f924a8e2df40f573aab7605b6f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2025-12-14T23:29:20Z</dcterms:created>
  <dc:creator/>
  <dc:description>generated using python-pptx</dc:description>
  <dc:language>en-ZW</dc:language>
  <cp:lastModifiedBy/>
  <dcterms:modified xsi:type="dcterms:W3CDTF">2025-12-14T23:29:51Z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